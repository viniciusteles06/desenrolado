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89C85-B693-8893-9748-6032A4735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1563077"/>
            <a:ext cx="7197726" cy="2822654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RETROSPECTIVA — Projeto Lista de Tarefas (Python/</a:t>
            </a:r>
            <a:r>
              <a:rPr lang="pt-BR" b="1" dirty="0" err="1"/>
              <a:t>Flask</a:t>
            </a:r>
            <a:r>
              <a:rPr lang="pt-BR" b="1" dirty="0"/>
              <a:t> + HTML + CSS)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1AB785-0D3A-4A8B-DABA-A3D48D6E37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7796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8AC2ED-F376-16C1-E75B-C3D469580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Dificuldades Encontradas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D7F749-DA0C-74D9-DC6E-E5EF5B139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  <a:p>
            <a:r>
              <a:rPr lang="en-US" b="1" dirty="0"/>
              <a:t>1- </a:t>
            </a:r>
            <a:r>
              <a:rPr lang="pt-BR" b="1" dirty="0"/>
              <a:t>Integração entre Python (</a:t>
            </a:r>
            <a:r>
              <a:rPr lang="pt-BR" b="1" dirty="0" err="1"/>
              <a:t>Flask</a:t>
            </a:r>
            <a:r>
              <a:rPr lang="pt-BR" b="1" dirty="0"/>
              <a:t>) e o Front-end</a:t>
            </a:r>
            <a:endParaRPr lang="en-US" b="1" dirty="0"/>
          </a:p>
          <a:p>
            <a:r>
              <a:rPr lang="pt-BR" dirty="0"/>
              <a:t>Dificuldade inicial em conectar rotas </a:t>
            </a:r>
            <a:r>
              <a:rPr lang="pt-BR" dirty="0" err="1"/>
              <a:t>Flask</a:t>
            </a:r>
            <a:r>
              <a:rPr lang="pt-BR" dirty="0"/>
              <a:t> aos templates HTML.</a:t>
            </a:r>
          </a:p>
          <a:p>
            <a:r>
              <a:rPr lang="pt-BR" dirty="0"/>
              <a:t>Confusão ao passar variáveis do </a:t>
            </a:r>
            <a:r>
              <a:rPr lang="pt-BR" dirty="0" err="1"/>
              <a:t>backend</a:t>
            </a:r>
            <a:r>
              <a:rPr lang="pt-BR" dirty="0"/>
              <a:t> para o </a:t>
            </a:r>
            <a:r>
              <a:rPr lang="pt-BR" dirty="0" err="1"/>
              <a:t>Jinja2</a:t>
            </a:r>
            <a:r>
              <a:rPr lang="pt-BR" dirty="0"/>
              <a:t> nos templates.</a:t>
            </a:r>
          </a:p>
          <a:p>
            <a:r>
              <a:rPr lang="en-US" b="1" dirty="0"/>
              <a:t>2- </a:t>
            </a:r>
            <a:r>
              <a:rPr lang="pt-BR" b="1" dirty="0"/>
              <a:t>Estruturação do projeto</a:t>
            </a:r>
          </a:p>
          <a:p>
            <a:r>
              <a:rPr lang="pt-BR" dirty="0"/>
              <a:t>No começo, a organização de pastas (static, templates, app principal) não ficou clara.</a:t>
            </a:r>
          </a:p>
          <a:p>
            <a:r>
              <a:rPr lang="pt-BR" dirty="0"/>
              <a:t>Dúvidas entre colocar lógica direto no app ou separar em módulos.</a:t>
            </a:r>
          </a:p>
          <a:p>
            <a:r>
              <a:rPr lang="pt-BR" b="1" dirty="0"/>
              <a:t>3- Persistência dos dados</a:t>
            </a:r>
          </a:p>
          <a:p>
            <a:r>
              <a:rPr lang="pt-BR" dirty="0"/>
              <a:t>O projeto começou sem salvar tarefas, usando apenas listas em memória.</a:t>
            </a:r>
          </a:p>
          <a:p>
            <a:r>
              <a:rPr lang="pt-BR" dirty="0"/>
              <a:t>Foi necessário aprender como salvar dados localmente (JSON/arquivo) ou preparar base futura.</a:t>
            </a:r>
          </a:p>
          <a:p>
            <a:r>
              <a:rPr lang="pt-BR" dirty="0"/>
              <a:t>4- </a:t>
            </a:r>
            <a:r>
              <a:rPr lang="pt-BR" b="1" dirty="0"/>
              <a:t>Estilização com CSS</a:t>
            </a:r>
          </a:p>
          <a:p>
            <a:r>
              <a:rPr lang="pt-BR" dirty="0"/>
              <a:t>Ajuste da </a:t>
            </a:r>
            <a:r>
              <a:rPr lang="pt-BR" dirty="0" err="1"/>
              <a:t>responsividade</a:t>
            </a:r>
            <a:r>
              <a:rPr lang="pt-BR" dirty="0"/>
              <a:t> e alinhamento dos elementos deu trabalho.</a:t>
            </a:r>
          </a:p>
          <a:p>
            <a:r>
              <a:rPr lang="pt-BR" dirty="0"/>
              <a:t>Alguns estilos não aplicavam por causa da estrutura do HTML.</a:t>
            </a:r>
          </a:p>
          <a:p>
            <a:endParaRPr lang="pt-BR" b="1" dirty="0"/>
          </a:p>
          <a:p>
            <a:endParaRPr lang="en-US" b="1" dirty="0"/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764494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2D6C39-F0B0-CFCE-639C-F1CD5005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Erros Cometidos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266F72-EDF6-7952-1929-1BD2AC9C7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1- </a:t>
            </a:r>
            <a:r>
              <a:rPr lang="pt-BR" b="1" dirty="0"/>
              <a:t>Salvar dados de forma incorreta</a:t>
            </a:r>
          </a:p>
          <a:p>
            <a:r>
              <a:rPr lang="pt-BR" dirty="0"/>
              <a:t>Tentativas de manipular arquivos sem verificar se existiam.</a:t>
            </a:r>
          </a:p>
          <a:p>
            <a:r>
              <a:rPr lang="pt-BR" dirty="0"/>
              <a:t>Sobrescrever arquivos ao invés de anexar dados.</a:t>
            </a:r>
          </a:p>
          <a:p>
            <a:r>
              <a:rPr lang="pt-BR" dirty="0"/>
              <a:t>2- </a:t>
            </a:r>
            <a:r>
              <a:rPr lang="pt-BR" b="1" dirty="0"/>
              <a:t>CSS não carregando</a:t>
            </a:r>
          </a:p>
          <a:p>
            <a:r>
              <a:rPr lang="pt-BR" dirty="0"/>
              <a:t>Caminho errado para /static/</a:t>
            </a:r>
            <a:r>
              <a:rPr lang="pt-BR" dirty="0" err="1"/>
              <a:t>style.css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2797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292EA-0686-9BDA-6605-C3F1B5810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Experiências e Aprendizados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F67889-4914-D93A-299F-56FC4A3DB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1- </a:t>
            </a:r>
            <a:r>
              <a:rPr lang="pt-BR" b="1" dirty="0"/>
              <a:t>Aprendizado prático de </a:t>
            </a:r>
            <a:r>
              <a:rPr lang="pt-BR" b="1" dirty="0" err="1"/>
              <a:t>Flask</a:t>
            </a:r>
            <a:endParaRPr lang="pt-BR" b="1" dirty="0"/>
          </a:p>
          <a:p>
            <a:r>
              <a:rPr lang="pt-BR" dirty="0"/>
              <a:t>Entendemos o básico de rotas, renderização de templates e manipulação de dados.</a:t>
            </a:r>
          </a:p>
          <a:p>
            <a:r>
              <a:rPr lang="pt-BR" dirty="0"/>
              <a:t>Aprendemos a estruturar um projeto </a:t>
            </a:r>
            <a:r>
              <a:rPr lang="pt-BR" dirty="0" err="1"/>
              <a:t>Flask</a:t>
            </a:r>
            <a:r>
              <a:rPr lang="pt-BR" dirty="0"/>
              <a:t> corretamente.</a:t>
            </a:r>
          </a:p>
          <a:p>
            <a:r>
              <a:rPr lang="pt-BR" dirty="0"/>
              <a:t>2- </a:t>
            </a:r>
            <a:r>
              <a:rPr lang="pt-BR" b="1" dirty="0"/>
              <a:t>Melhor domínio de HTML + CSS</a:t>
            </a:r>
          </a:p>
          <a:p>
            <a:r>
              <a:rPr lang="pt-BR" dirty="0"/>
              <a:t>Aprendizado sobre organização do layout, semântica e </a:t>
            </a:r>
            <a:r>
              <a:rPr lang="pt-BR" dirty="0" err="1"/>
              <a:t>responsividade</a:t>
            </a:r>
            <a:r>
              <a:rPr lang="pt-BR" dirty="0"/>
              <a:t> simples.</a:t>
            </a:r>
          </a:p>
          <a:p>
            <a:r>
              <a:rPr lang="pt-BR" dirty="0"/>
              <a:t>Uso de classes para reaproveitar estilos.</a:t>
            </a:r>
          </a:p>
          <a:p>
            <a:r>
              <a:rPr lang="pt-BR" dirty="0"/>
              <a:t>3- </a:t>
            </a:r>
            <a:r>
              <a:rPr lang="pt-BR" b="1" dirty="0"/>
              <a:t>Valor da persistência de dados</a:t>
            </a:r>
          </a:p>
          <a:p>
            <a:r>
              <a:rPr lang="pt-BR" dirty="0"/>
              <a:t>Compreendemos a importância de salvar tarefas para manter o aplicativo funcional.</a:t>
            </a:r>
          </a:p>
          <a:p>
            <a:r>
              <a:rPr lang="pt-BR" dirty="0"/>
              <a:t>Introdução ao uso de arquivos externos (JSON/txt) para persistência.</a:t>
            </a:r>
          </a:p>
          <a:p>
            <a:r>
              <a:rPr lang="pt-BR" dirty="0"/>
              <a:t>4- </a:t>
            </a:r>
            <a:r>
              <a:rPr lang="pt-BR" b="1" dirty="0"/>
              <a:t>Melhor noção de fluxo de desenvolvimento</a:t>
            </a:r>
          </a:p>
          <a:p>
            <a:r>
              <a:rPr lang="pt-BR" dirty="0"/>
              <a:t>Criar → Testar → Corrigir → Melhorar</a:t>
            </a:r>
          </a:p>
          <a:p>
            <a:r>
              <a:rPr lang="pt-BR" dirty="0"/>
              <a:t>Maior compreensão de como projetos web funcionam do início ao fim.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2861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8D7A1-D1E0-2645-CD61-9861974F4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Próximos Passos / Melhorias Futuras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740DF5-B14C-455F-E7A4-EE286C942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Implementar banco de dados (SQLite ou PostgreSQL).</a:t>
            </a:r>
          </a:p>
          <a:p>
            <a:r>
              <a:rPr lang="pt-BR" dirty="0"/>
              <a:t> Criar login de usuários para listas individuais.</a:t>
            </a:r>
          </a:p>
          <a:p>
            <a:r>
              <a:rPr lang="pt-BR" dirty="0"/>
              <a:t> Criar sistema de edição das tarefas.</a:t>
            </a:r>
          </a:p>
          <a:p>
            <a:r>
              <a:rPr lang="pt-BR" dirty="0"/>
              <a:t> Melhorar a interface </a:t>
            </a:r>
            <a:r>
              <a:rPr lang="pt-BR" dirty="0" err="1"/>
              <a:t>responsiva</a:t>
            </a:r>
            <a:r>
              <a:rPr lang="pt-BR" dirty="0"/>
              <a:t> para celular.</a:t>
            </a:r>
          </a:p>
          <a:p>
            <a:r>
              <a:rPr lang="pt-BR" dirty="0"/>
              <a:t> Implementar AJAX para atualizar a lista sem recarregar a página.</a:t>
            </a:r>
          </a:p>
          <a:p>
            <a:r>
              <a:rPr lang="pt-BR" dirty="0"/>
              <a:t>Melhorar o design visual com um layout mais moderno.</a:t>
            </a:r>
          </a:p>
          <a:p>
            <a:r>
              <a:rPr lang="pt-BR" dirty="0"/>
              <a:t>Adicionar testes automatizados básicos.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2221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Celestial</vt:lpstr>
      <vt:lpstr>RETROSPECTIVA — Projeto Lista de Tarefas (Python/Flask + HTML + CSS) </vt:lpstr>
      <vt:lpstr>Dificuldades Encontradas </vt:lpstr>
      <vt:lpstr>Erros Cometidos </vt:lpstr>
      <vt:lpstr>Experiências e Aprendizados </vt:lpstr>
      <vt:lpstr>Próximos Passos / Melhorias Futuras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RETROSPECTIVA — Projeto Lista de Tarefas (Python/Flask + HTML + CSS) </dc:title>
  <dc:creator>Luis D S Silva</dc:creator>
  <cp:lastModifiedBy>Luis D S Silva</cp:lastModifiedBy>
  <cp:revision>1</cp:revision>
  <dcterms:created xsi:type="dcterms:W3CDTF">2025-11-27T11:20:07Z</dcterms:created>
  <dcterms:modified xsi:type="dcterms:W3CDTF">2025-11-27T11:28:11Z</dcterms:modified>
</cp:coreProperties>
</file>